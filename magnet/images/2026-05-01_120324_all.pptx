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A13802-546E-CBE4-EB61-667552C84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5E014A9-238B-D872-4379-6C5EDF920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14F132-8417-E9FF-4E2C-7D8AA2746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5362-956D-47C1-A423-D88850A0EDB1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E94FC9-C174-C651-355D-900734AD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400726-A7C6-09FB-2742-A15D701B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4F55-0A90-4B29-AE22-9DE61B807D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962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3F7545-E6BD-89F2-680C-7E88A83B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B9E3EC-74A8-7AFD-2078-8AF598C3E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D55E9D-8A7E-DFDB-F4EF-082B3ABF0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5362-956D-47C1-A423-D88850A0EDB1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8DE785-08C4-5843-C8A0-7727AC9AC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7F4E02-F590-64A8-C143-FE5D3E3B5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4F55-0A90-4B29-AE22-9DE61B807D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715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535379-AF4A-F0E4-3577-5FC5AEA19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4B3EC4-0F01-535A-815C-D7EEBD303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56C275-A58F-8A51-3644-0118B32B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5362-956D-47C1-A423-D88850A0EDB1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FF379B-9878-EF3A-2E4C-0CF31262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982A47-0401-5628-F61A-9B51B9C0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4F55-0A90-4B29-AE22-9DE61B807D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6973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9D81E2-CA39-2EFB-5583-C00729A84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347FB0-D86C-26F5-6F0F-33C540228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9BBF4B-DC82-1A65-BA5C-59310AED3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D85774-F267-2A90-BD68-BD9E630A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5362-956D-47C1-A423-D88850A0EDB1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ECE03A-FC94-BFAA-96FD-2ADB751B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4D09F9-F23D-6EF5-95FE-4802B76B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4F55-0A90-4B29-AE22-9DE61B807D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098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C6F22C-146D-AC4D-341F-54362E82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62EB29-E3B8-4E1C-62B1-5B085EADA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B8002C-51D7-F14A-5F03-C8AEFFB9E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07B3B95-BE51-7AFF-2D30-B55F8F552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5872A9B-5960-E006-E14D-17EF08A32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AC4D6B8-516A-4768-0EF1-63693CAEA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5362-956D-47C1-A423-D88850A0EDB1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869A56C-A8F2-B61F-901D-CBF5D5A39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C0179EF-CA54-5934-F29D-17660FE31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4F55-0A90-4B29-AE22-9DE61B807D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0440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5CE549-3B6F-7EDF-ADA5-65B24F450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A850E3F-441F-B052-9C01-64A196D00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5362-956D-47C1-A423-D88850A0EDB1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BE0BF26-09E8-2BED-1E80-5C3E81211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3DD84B1-7A9A-6A06-2520-6BD366AC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4F55-0A90-4B29-AE22-9DE61B807D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963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DD9747A-8809-1952-7571-AFE814F96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5362-956D-47C1-A423-D88850A0EDB1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5F2A9CA-5FA0-C48C-D110-6356095F6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DF83452-A5C9-F84F-A6EA-F4A6AE865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4F55-0A90-4B29-AE22-9DE61B807D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4540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6A9DA6-1A41-C7F2-65D5-0C690E46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606357-1FB5-3139-7EF0-6D98FF8FC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340B38-ED19-681E-6D62-1F9BCE52C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160DCE-0209-0E21-ACEF-79965D1C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5362-956D-47C1-A423-D88850A0EDB1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58BBC2-F84E-B145-BD51-392D17C0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02F6E0-4425-ABA3-4763-67EE214A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4F55-0A90-4B29-AE22-9DE61B807D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722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366695-5468-C517-079E-3DC4E007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E9445B5-51DD-8EDE-0C4B-F163B3B5B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F4645E-8652-54E5-F1E9-13C5B3B94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C02126-E797-5ABF-7376-4AB8F962E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5362-956D-47C1-A423-D88850A0EDB1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557BB2-3F1B-4181-3533-D7E2A9EA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532062-9BBA-512A-5040-C047B61CA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4F55-0A90-4B29-AE22-9DE61B807D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9375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E66F59-19BF-601A-7008-7164EF67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8CBD74D-5CA3-AAA6-66F3-A369571AA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1EE842-ACEF-1304-7131-FDF767D52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5362-956D-47C1-A423-D88850A0EDB1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43E8E3-BECF-0CE3-DDAD-EDB2D210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F1E64C-8979-EE9F-6E86-38E968A69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4F55-0A90-4B29-AE22-9DE61B807D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4571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8E2C694-B96A-835B-4878-9919F9F82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97EA78-D792-6D04-B221-174F74F9D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AD734A-78FE-0CFC-3BD7-5E89809EE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5362-956D-47C1-A423-D88850A0EDB1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8539FF-9EFA-90C1-F45C-A37CC20B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CD367C-F874-7371-3846-505BB908E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4F55-0A90-4B29-AE22-9DE61B807D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528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863B399-E1F4-306A-64EA-A5D6CF699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C31CAC-5C7C-4234-CD57-D7F506BE0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C60AC7-2712-1AD2-96F5-2097ACC7D4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55362-956D-47C1-A423-D88850A0EDB1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053718-2461-7041-04EE-B4880395B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494703-0E03-FF9B-9E81-F0545CCF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F4F55-0A90-4B29-AE22-9DE61B807D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2118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DB659F67-497C-95C4-278B-D0CEBC421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35" y="211173"/>
            <a:ext cx="1072217" cy="2463933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E8ACC1F-3E18-FFEC-81C7-09466B2831B7}"/>
              </a:ext>
            </a:extLst>
          </p:cNvPr>
          <p:cNvSpPr txBox="1"/>
          <p:nvPr/>
        </p:nvSpPr>
        <p:spPr>
          <a:xfrm>
            <a:off x="279335" y="2675106"/>
            <a:ext cx="2295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①まず長方形の左端をクリックする。</a:t>
            </a:r>
            <a:br>
              <a:rPr kumimoji="1" lang="en-US" altLang="ja-JP" dirty="0"/>
            </a:br>
            <a:r>
              <a:rPr kumimoji="1" lang="ja-JP" altLang="en-US" dirty="0"/>
              <a:t>辺が緑に変わる。</a:t>
            </a: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52C44A82-5738-CA10-AF16-93429427A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56"/>
          <a:stretch>
            <a:fillRect/>
          </a:stretch>
        </p:blipFill>
        <p:spPr>
          <a:xfrm>
            <a:off x="2790014" y="211173"/>
            <a:ext cx="2429686" cy="2463933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32AFC7A-EC7E-D34A-67BA-6E8640A4F131}"/>
              </a:ext>
            </a:extLst>
          </p:cNvPr>
          <p:cNvSpPr txBox="1"/>
          <p:nvPr/>
        </p:nvSpPr>
        <p:spPr>
          <a:xfrm>
            <a:off x="2790014" y="2675106"/>
            <a:ext cx="2295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r>
              <a:rPr kumimoji="1" lang="ja-JP" altLang="en-US" dirty="0"/>
              <a:t>長方形の右端をクリックする。</a:t>
            </a:r>
            <a:br>
              <a:rPr kumimoji="1" lang="en-US" altLang="ja-JP" dirty="0"/>
            </a:br>
            <a:r>
              <a:rPr kumimoji="1" lang="ja-JP" altLang="en-US" dirty="0"/>
              <a:t>辺が緑に変わる。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F36D9821-72FA-3CB6-AB90-FB7AF6B225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5" r="21187"/>
          <a:stretch>
            <a:fillRect/>
          </a:stretch>
        </p:blipFill>
        <p:spPr>
          <a:xfrm>
            <a:off x="5948216" y="211173"/>
            <a:ext cx="3557733" cy="2463933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6213882-986D-75C5-77AA-5D6A4224D8A8}"/>
              </a:ext>
            </a:extLst>
          </p:cNvPr>
          <p:cNvSpPr txBox="1"/>
          <p:nvPr/>
        </p:nvSpPr>
        <p:spPr>
          <a:xfrm>
            <a:off x="5948216" y="2675106"/>
            <a:ext cx="3557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r>
              <a:rPr kumimoji="1" lang="ja-JP" altLang="en-US" dirty="0"/>
              <a:t>そのままマウスカーソルを上に動かすと数値が出る。</a:t>
            </a: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34D9F491-4110-0331-2BBF-62B2CF08BC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72"/>
          <a:stretch>
            <a:fillRect/>
          </a:stretch>
        </p:blipFill>
        <p:spPr>
          <a:xfrm>
            <a:off x="322052" y="3743177"/>
            <a:ext cx="4049924" cy="1997813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A8020FA-3DA8-48A8-64CD-77D7C65CE5C0}"/>
              </a:ext>
            </a:extLst>
          </p:cNvPr>
          <p:cNvSpPr txBox="1"/>
          <p:nvPr/>
        </p:nvSpPr>
        <p:spPr>
          <a:xfrm>
            <a:off x="322052" y="5740990"/>
            <a:ext cx="3557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④マウスカーソルを離すと数値を入力できる。今回は</a:t>
            </a:r>
            <a:r>
              <a:rPr kumimoji="1" lang="en-US" altLang="ja-JP" dirty="0"/>
              <a:t>50mm</a:t>
            </a:r>
            <a:r>
              <a:rPr kumimoji="1" lang="ja-JP" altLang="en-US" dirty="0"/>
              <a:t>。</a:t>
            </a: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9B938AA8-B539-ECE1-284F-B928252577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216" y="3743177"/>
            <a:ext cx="3238824" cy="1997813"/>
          </a:xfrm>
          <a:prstGeom prst="rect">
            <a:avLst/>
          </a:prstGeom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1A54572-86FD-7BF5-5C27-DF9103DBD512}"/>
              </a:ext>
            </a:extLst>
          </p:cNvPr>
          <p:cNvSpPr txBox="1"/>
          <p:nvPr/>
        </p:nvSpPr>
        <p:spPr>
          <a:xfrm>
            <a:off x="5948217" y="5740990"/>
            <a:ext cx="323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r>
              <a:rPr kumimoji="1" lang="ja-JP" altLang="en-US" dirty="0"/>
              <a:t>寸法が決まる。</a:t>
            </a:r>
          </a:p>
        </p:txBody>
      </p:sp>
    </p:spTree>
    <p:extLst>
      <p:ext uri="{BB962C8B-B14F-4D97-AF65-F5344CB8AC3E}">
        <p14:creationId xmlns:p14="http://schemas.microsoft.com/office/powerpoint/2010/main" val="1026401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</Words>
  <Application>Microsoft Office PowerPoint</Application>
  <PresentationFormat>ワイド画面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宮脇 健三郎</dc:creator>
  <cp:lastModifiedBy>宮脇 健三郎</cp:lastModifiedBy>
  <cp:revision>1</cp:revision>
  <dcterms:created xsi:type="dcterms:W3CDTF">2026-05-01T03:04:51Z</dcterms:created>
  <dcterms:modified xsi:type="dcterms:W3CDTF">2026-05-01T03:11:12Z</dcterms:modified>
</cp:coreProperties>
</file>