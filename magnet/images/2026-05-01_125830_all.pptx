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8C53FE-5B32-2324-ADE8-D48F6E125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CB9FDB3-1D0E-1A36-87CD-331B92D6E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DA55E8-4505-264A-61CC-37DA3463D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4E7B-5C5E-466D-81A2-ACFB71DA7442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571C9A-BC9C-6E95-744B-885375BA1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0385B6-FDB3-B516-F3DE-3C8D5297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73C27-6098-4F16-9ADE-3EBE84510F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4005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CE9E00-357F-16FD-32AC-FC363F67E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25055B-4FB4-DF7C-BA17-EE08A77DA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6A9A19-0EC1-82F2-FFC6-99E97CC29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4E7B-5C5E-466D-81A2-ACFB71DA7442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82D5D6-0368-DD43-56F9-B9F2E3908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10CE44-9BEF-837B-F346-C7587F01D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73C27-6098-4F16-9ADE-3EBE84510F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8291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F8F4D1-CA03-F271-C7E8-54E1DEF90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BEED193-254E-B15C-CA7B-5811071CF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00ED0C-3564-2ACC-49E1-494D7AA9D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4E7B-5C5E-466D-81A2-ACFB71DA7442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F61FFE-DCF8-7495-7F36-81DDE7E8E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884A90-B3FE-765C-AA3B-31EF353AB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73C27-6098-4F16-9ADE-3EBE84510F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7720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A85E25-A6E3-9D87-93FD-C22763FF0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BF3BDD-12EE-7ADD-AAE4-A90443097C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2CE6EF7-9361-F0F9-DB13-F32563AE7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C8AF37-B4DF-416A-5021-7051281C6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4E7B-5C5E-466D-81A2-ACFB71DA7442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6359F5-1D7C-DA04-693D-474D79BA5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C0C1092-2E02-6112-B84C-84904B87C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73C27-6098-4F16-9ADE-3EBE84510F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1672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ACFCA0-A200-067A-7747-53E6E2285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6FD6D2-C956-AF2F-AA4F-E6424181E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4089B8D-D6C6-2494-445C-C03555B6E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FFE59C8-22F4-6E0C-EA55-B38B654C4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BBFF35E-8D86-CAD0-ED77-5DD748CE2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CB95178-8F28-B053-C7AB-627505C73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4E7B-5C5E-466D-81A2-ACFB71DA7442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7769264-8E4E-7DF0-63CE-6A81F6EB2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21CDA1E-BC58-232B-82FC-384656587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73C27-6098-4F16-9ADE-3EBE84510F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4827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1DBC0D-0AA8-A4E9-0AA6-603443AE9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CD789C9-4E6A-4C22-1DE7-C6C074AA5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4E7B-5C5E-466D-81A2-ACFB71DA7442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1DE315A-27B6-0128-DF07-E1FC7045A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7162B9C-2695-CE12-4708-1E03FAD1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73C27-6098-4F16-9ADE-3EBE84510F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6020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B695DAB-D1C6-B525-0A70-6EE89DCFF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4E7B-5C5E-466D-81A2-ACFB71DA7442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B048C36-6F5C-DE79-38E7-7926B0B90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803695-BD8E-4B87-472D-183D1AD51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73C27-6098-4F16-9ADE-3EBE84510F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7416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0E8BC7-9917-187A-C4A9-9D6F6B698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DD9401-25D0-C5B2-A84D-74B0213CC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A62BDE5-7837-E7F4-99BE-C2905EC2E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B5C4696-CC78-3441-0F0A-697B9812F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4E7B-5C5E-466D-81A2-ACFB71DA7442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E6E2E41-5C54-6968-4FF8-3CB03F46B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1D06E6-C312-5A44-EC6D-2225083D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73C27-6098-4F16-9ADE-3EBE84510F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1362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DB8725-A5F4-93DD-839F-9ED30BCB9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F504DFD-73E1-3821-94D4-6892FD11DD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9F0E32B-D93F-BC3D-652E-F7EB8C474D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C17D82-3C8D-5711-9159-5D54146C1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4E7B-5C5E-466D-81A2-ACFB71DA7442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42224C-26CA-62E6-4ED8-957E515D6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8A63FBD-CF6D-2B01-61C7-78992A3CA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73C27-6098-4F16-9ADE-3EBE84510F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7492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3AB343-FADA-6AC9-DA62-8D72A62D1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A3AAA43-6D01-BD92-AC7C-A82154D973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3C37C8-C521-8735-EFBC-675EDD61D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4E7B-5C5E-466D-81A2-ACFB71DA7442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10D055-2AD1-AFFB-3598-B1BFFB52A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27755F-EE46-4C28-852D-66C020D33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73C27-6098-4F16-9ADE-3EBE84510F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4508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D5BFE68-4721-7254-0E94-37D43F07AD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C913F05-AFD8-F0D7-FF08-1CF469888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C72C7F-96F6-3668-05FF-C13BD0728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D4E7B-5C5E-466D-81A2-ACFB71DA7442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CE3686-7DB8-03B4-4648-E09A1BC1A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F8C443-6B5C-37F3-BFAC-CEEA1FC30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73C27-6098-4F16-9ADE-3EBE84510F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6255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459CBBA-773C-EF8B-3710-03D6009DB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1E5A8FD-B83C-FE02-C8B7-FFE5A5D07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70A468-E48D-211A-D0A8-9F0D643CB9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BD4E7B-5C5E-466D-81A2-ACFB71DA7442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DB8350-C4F7-B362-62EC-AEFC6A11A3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DA0341-26E2-2B68-3A39-40DFE45DD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373C27-6098-4F16-9ADE-3EBE84510F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1096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F695745C-1047-2D1C-A443-4226DFF85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35" r="23258"/>
          <a:stretch>
            <a:fillRect/>
          </a:stretch>
        </p:blipFill>
        <p:spPr>
          <a:xfrm>
            <a:off x="344128" y="353996"/>
            <a:ext cx="4463845" cy="168616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A7539FB-6167-B972-1031-CDF089A793CA}"/>
              </a:ext>
            </a:extLst>
          </p:cNvPr>
          <p:cNvSpPr txBox="1"/>
          <p:nvPr/>
        </p:nvSpPr>
        <p:spPr>
          <a:xfrm>
            <a:off x="344128" y="2040156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①上の辺をクリックする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72C65D0-180D-A475-3113-023613AE11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191" y="353995"/>
            <a:ext cx="2018803" cy="1686159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E2BD10B-D974-138B-F960-4E9C50B1754F}"/>
              </a:ext>
            </a:extLst>
          </p:cNvPr>
          <p:cNvSpPr txBox="1"/>
          <p:nvPr/>
        </p:nvSpPr>
        <p:spPr>
          <a:xfrm>
            <a:off x="5169191" y="204015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②点をクリックする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C5D062C1-0677-CCB9-F21B-C1DEA7277C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128" y="2409488"/>
            <a:ext cx="3275720" cy="1744676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C0ED481-F7A7-A40B-6C4D-492D73221070}"/>
              </a:ext>
            </a:extLst>
          </p:cNvPr>
          <p:cNvSpPr txBox="1"/>
          <p:nvPr/>
        </p:nvSpPr>
        <p:spPr>
          <a:xfrm>
            <a:off x="344128" y="4154164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③マウスカーソルを左に動かす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68435279-3327-29CD-8A92-5ED7C7CB6F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82" r="22399"/>
          <a:stretch>
            <a:fillRect/>
          </a:stretch>
        </p:blipFill>
        <p:spPr>
          <a:xfrm>
            <a:off x="3981066" y="2409488"/>
            <a:ext cx="3275720" cy="1744676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94A60B9-6462-3B4B-6056-74E9BC131125}"/>
              </a:ext>
            </a:extLst>
          </p:cNvPr>
          <p:cNvSpPr txBox="1"/>
          <p:nvPr/>
        </p:nvSpPr>
        <p:spPr>
          <a:xfrm>
            <a:off x="3981066" y="4154164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④寸法を入れる。今回は</a:t>
            </a:r>
            <a:r>
              <a:rPr kumimoji="1" lang="en-US" altLang="ja-JP" dirty="0"/>
              <a:t>4㎜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25117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</Words>
  <Application>Microsoft Office PowerPoint</Application>
  <PresentationFormat>ワイド画面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宮脇 健三郎</dc:creator>
  <cp:lastModifiedBy>宮脇 健三郎</cp:lastModifiedBy>
  <cp:revision>1</cp:revision>
  <dcterms:created xsi:type="dcterms:W3CDTF">2026-05-01T04:00:19Z</dcterms:created>
  <dcterms:modified xsi:type="dcterms:W3CDTF">2026-05-01T04:02:34Z</dcterms:modified>
</cp:coreProperties>
</file>