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32B74E-96EE-6FDE-0A94-4C4402691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818D96-2B25-2DB0-38F4-07275E61A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6EC8CD-ECBB-79C2-3B21-A41DF8E6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15B772-7FB2-51BC-22F5-85D59664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90889E-35D9-57A1-B181-125CD843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80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34745-5A78-FF5E-E2F3-C53732D3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C1BF87-7560-B33F-0BB9-075F158C1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1FF23-ADAE-652F-A18E-76E0244C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236710-7DD7-8DE7-A8EE-6192AF99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7F3AEE-3BB0-AA97-F513-558423CE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20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2441F-7FC0-1CB7-878F-2181C398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2364C6-ECE6-3DF2-A555-3ECFF0D56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B28C28-C1CD-20DE-7132-AB9C24CFB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B36173-2B34-0769-8E48-D359D61B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0CB8E-E286-D21E-9461-ADAA93E87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33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697BC8-0ED5-219A-3F7F-744D02CF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8AB37D-223E-DC38-B543-89CDBFA19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9FB7E6-DA24-975F-1766-A7061E8B8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62C1D8-542B-EDB6-0CDF-DED0400F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DF6CDC-175E-3CD8-ED1C-55B394F4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DB5F65-8FAE-AF6A-CA08-897569E1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31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36B04-E2EF-9F8A-D58A-8C1F7BE1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A016E2-EB1F-C541-BD4C-56D2CF55A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CACBBE-9806-1189-8651-B9B9ECD60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77650D-DC97-6C4E-C94D-C5F8CA3C3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B2493CA-D170-35D3-0ED0-91E887A3F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0042F1-CF66-42A3-6404-C8BA9513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578773-952A-7183-207C-79C1B5D8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34E924-7DF2-3EF1-1888-D2F68DF1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4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0255FC-46B3-43D7-4DC0-E89CBC56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ED8005-1F40-8D6E-3E49-35B82375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616837-34BB-8480-8CB9-1B221735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E86C37-3B06-8220-0ABA-10FD4CB3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50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1E5C54-102F-F541-BAB2-6451A237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472292-D70E-9CD3-E37A-FBB3740C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EFA50D-0E6B-FFE1-8E7D-60A4129C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24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05705-E71D-F033-B9CB-705B0868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CE930-74B2-211D-7794-DB9BD7FDB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23A21A-5E00-F061-A9C8-9BDE8BE36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0E14E2-D54B-ADB5-1517-10282615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C2C2F0-786C-0621-2326-27830D28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D4084-E0F8-86A6-C6EE-E74B3F99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02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773DC-A42D-2853-5CF0-7E31F9BC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0C44E05-FC84-9190-53A2-82131AD01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1B3FAE-A87B-B3C9-48C8-9AE1DE5CC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11A4AF-0BEA-555A-24DB-A135DCE8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09FB7E-3AF0-62D1-BA44-382BD97F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76C5CF-52ED-3624-B176-C0FD0261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39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BAAAC-83FA-0496-7CBE-497282AA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FA9013-53AD-3F02-6019-9E2CBFD5B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066324-3EB3-B734-5968-C7790C77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BBB487-1DBB-9EA9-2A18-8C64DE72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E35AD2-6558-C718-E2F3-1A485DEB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51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5B3042-D283-FCB4-DBF5-99052AF46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7357F8-FD64-0061-7C5D-7FBA2037D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6EE40E-176C-7DF8-B211-02B9D690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3E26BF-3B9D-A7C7-F86C-1D78E512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267BE-3558-1F89-0A72-57CE3FC1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25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0F407B-C732-3F00-144E-56F0CB99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6CDC7E-EE12-A9FF-4389-FB1D6DFC3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2F95A5-F6E7-A4E5-BC8E-5F2FD0D50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82802-ECE3-4D94-995F-E96983CB393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921CB7-74BA-F680-FA4E-5C3E15432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8506C9-1C32-A118-5A3B-7BDC046D2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F26BE-C797-4986-A044-304FD02487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92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3D46788-253C-5A91-8C2A-42184475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10" y="211435"/>
            <a:ext cx="4060745" cy="264975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D0B2A0-F355-7CA5-4A85-06649C987866}"/>
              </a:ext>
            </a:extLst>
          </p:cNvPr>
          <p:cNvSpPr txBox="1"/>
          <p:nvPr/>
        </p:nvSpPr>
        <p:spPr>
          <a:xfrm>
            <a:off x="341109" y="2861187"/>
            <a:ext cx="41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①左（または右）の辺をクリックする。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3086238-2269-506C-7E6D-0CAC934B9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177" y="211435"/>
            <a:ext cx="4202009" cy="26497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204A2C-19F1-055F-5831-33FFFEEDBD26}"/>
              </a:ext>
            </a:extLst>
          </p:cNvPr>
          <p:cNvSpPr txBox="1"/>
          <p:nvPr/>
        </p:nvSpPr>
        <p:spPr>
          <a:xfrm>
            <a:off x="4719177" y="2861187"/>
            <a:ext cx="41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②右</a:t>
            </a:r>
            <a:r>
              <a:rPr kumimoji="1" lang="ja-JP" altLang="en-US" dirty="0"/>
              <a:t>（または左）の辺をクリックする。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E17028A-B0DF-57CC-11B0-68ED2BB76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4" b="19461"/>
          <a:stretch>
            <a:fillRect/>
          </a:stretch>
        </p:blipFill>
        <p:spPr>
          <a:xfrm>
            <a:off x="341108" y="3230519"/>
            <a:ext cx="4060745" cy="273652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4C0CDD2-0A1A-EA97-3970-9E8F44CFC17B}"/>
              </a:ext>
            </a:extLst>
          </p:cNvPr>
          <p:cNvSpPr txBox="1"/>
          <p:nvPr/>
        </p:nvSpPr>
        <p:spPr>
          <a:xfrm>
            <a:off x="341107" y="5967040"/>
            <a:ext cx="41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③中央</a:t>
            </a:r>
            <a:r>
              <a:rPr kumimoji="1" lang="ja-JP" altLang="en-US" dirty="0"/>
              <a:t>（例では</a:t>
            </a:r>
            <a:r>
              <a:rPr kumimoji="1" lang="en-US" altLang="ja-JP" dirty="0"/>
              <a:t>Z</a:t>
            </a:r>
            <a:r>
              <a:rPr kumimoji="1" lang="ja-JP" altLang="en-US" dirty="0"/>
              <a:t>軸）をクリックする。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531D404-D8BC-3CDC-9C80-977969433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177" y="3230519"/>
            <a:ext cx="4039626" cy="273652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021C3D-F687-E519-8AFA-39B03F26AF80}"/>
              </a:ext>
            </a:extLst>
          </p:cNvPr>
          <p:cNvSpPr txBox="1"/>
          <p:nvPr/>
        </p:nvSpPr>
        <p:spPr>
          <a:xfrm>
            <a:off x="4719176" y="5967040"/>
            <a:ext cx="418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④対称の拘束が適用されて黒くなる</a:t>
            </a:r>
            <a:r>
              <a:rPr kumimoji="1" lang="ja-JP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7313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宮脇 健三郎</dc:creator>
  <cp:lastModifiedBy>宮脇 健三郎</cp:lastModifiedBy>
  <cp:revision>1</cp:revision>
  <dcterms:created xsi:type="dcterms:W3CDTF">2026-05-01T03:30:26Z</dcterms:created>
  <dcterms:modified xsi:type="dcterms:W3CDTF">2026-05-01T03:33:19Z</dcterms:modified>
</cp:coreProperties>
</file>